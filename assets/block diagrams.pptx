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18"/>
  </p:normalViewPr>
  <p:slideViewPr>
    <p:cSldViewPr snapToGrid="0">
      <p:cViewPr>
        <p:scale>
          <a:sx n="106" d="100"/>
          <a:sy n="106" d="100"/>
        </p:scale>
        <p:origin x="984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7D418-F34F-7DEF-DAD1-0E2E03B0E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8F2377-C791-88FE-E5F9-23A92D9E0D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2276B-13EA-8F48-D89C-DF3EFDAF2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DB4EE-14BF-054E-8B03-A5115DD4AF78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F25DE-BADC-8153-C0C7-5C49B26B4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5D8EA-3930-7DC5-E544-F02B786F8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FD2C-A44E-E44F-B3FD-D9C893D29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288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1E5BB-7311-24AB-63BE-E681BA1FF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36B6C-AE60-1DC8-1A33-2BF2B8FE0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2229A-A99B-2FEB-0F27-1A574AA81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DB4EE-14BF-054E-8B03-A5115DD4AF78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81F25-02FF-24C7-55AF-223DC1D81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AB7B9-65EA-BADC-1AF3-FA4B73716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FD2C-A44E-E44F-B3FD-D9C893D29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787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610DD-C880-1F7C-4960-EAAC9D6A7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C93065-69B5-E835-7F5D-9A38BD629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52065-1987-2334-A7C5-E7F961719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DB4EE-14BF-054E-8B03-A5115DD4AF78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D5D1D-A34D-1DB4-13F8-6F684B812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7CB8D-5A9F-10EA-C364-9EB9B4177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FD2C-A44E-E44F-B3FD-D9C893D29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619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96EDD-7E51-9FE5-CCCF-1A1B2BDCE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8AE93-5D02-82EC-B4FC-532BFA1445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A9E059-BF7D-C15A-C26A-F7BBD4BF4A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0D940A-4C90-F160-AEF7-51F7C456D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DB4EE-14BF-054E-8B03-A5115DD4AF78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63EE76-E4C3-903E-7050-00B109FC8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D532CC-9242-AE18-EE8B-DB5AFDA26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FD2C-A44E-E44F-B3FD-D9C893D29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268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4C301-6E1E-9692-304A-0E61122C6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CF17D-098C-08AE-AE27-C93D424A4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E6514E-A5EF-6034-F9EE-7A11B0046E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1F93B0-F68F-38F9-6015-7877E53934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ADA37E-DDEA-32E0-27B5-998ABABE8C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A5BDB8-4CBC-BCC4-02E2-57B135512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DB4EE-14BF-054E-8B03-A5115DD4AF78}" type="datetimeFigureOut">
              <a:rPr lang="en-US" smtClean="0"/>
              <a:t>8/27/26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DE3C00-C424-A9AF-D03D-B37E4AA7F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DF9D1A-9A6C-08AD-5032-745390078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FD2C-A44E-E44F-B3FD-D9C893D29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637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E9F09-0550-87B4-02DC-1498470F8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A60675-FD89-E95F-FD03-7648EBACA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DB4EE-14BF-054E-8B03-A5115DD4AF78}" type="datetimeFigureOut">
              <a:rPr lang="en-US" smtClean="0"/>
              <a:t>8/27/26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C76242-884E-CF6B-E5B1-F1BC769A6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C76BC5-0F3B-3440-CFEA-45E3F472B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FD2C-A44E-E44F-B3FD-D9C893D29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452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040D94-02ED-CCFB-1DCF-DCE77F2F1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DB4EE-14BF-054E-8B03-A5115DD4AF78}" type="datetimeFigureOut">
              <a:rPr lang="en-US" smtClean="0"/>
              <a:t>8/27/26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0A2831-994E-1D8D-51B3-778EFF77F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3200CB-70FC-7B76-694A-28FD14ED7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FD2C-A44E-E44F-B3FD-D9C893D29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49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A835E-9DA4-B518-36C3-48D9FA88E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14599-1CE0-F17F-31E9-7453046F5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2C4CA9-A6EE-23B6-B657-8B348434C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88470E-A590-1594-3CEE-1DE565599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DB4EE-14BF-054E-8B03-A5115DD4AF78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6B90DA-376E-A3ED-C196-04415D559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FCF8DE-5596-197E-ACCA-25D488140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FD2C-A44E-E44F-B3FD-D9C893D29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416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38F9F-0F28-D2D6-2460-0A3E9FDFD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DE550F-B2B5-7ACC-1E19-F895D50D59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EF02BD-E3F0-C9D5-84F7-6AD1F903E0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847CFA-D100-566A-4466-5CE5A5957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DB4EE-14BF-054E-8B03-A5115DD4AF78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B903A8-CA11-4592-6B24-930F17D2D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DAAC29-B3FF-D15B-7712-F7ED4D74B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FD2C-A44E-E44F-B3FD-D9C893D29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126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19DC3-4CE1-B857-C21C-7B18B2915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6C3C7A-DAE2-F7EC-181B-B35FAC75D5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FC4E3-E6A0-6629-2129-0D3A4851F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DB4EE-14BF-054E-8B03-A5115DD4AF78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7CAD3-31D5-8417-58ED-19F72DAF1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F57D2-958B-E63D-9D2B-C519CEBB3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FD2C-A44E-E44F-B3FD-D9C893D29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023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2E994A-DD36-301C-9E9E-0FCD01228D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9A3345-25A4-2417-5B18-7B0F827EE5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5C006-5390-BAF6-3585-87039E0EA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DB4EE-14BF-054E-8B03-A5115DD4AF78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813CE-12A1-47A2-19E3-C78133253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EB0B2-89C6-08E8-F584-B5C26C072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FD2C-A44E-E44F-B3FD-D9C893D29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150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FBBDD7-BF59-A834-E825-A4101BC7D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A62DA-0727-8076-C820-310716A97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6D855-2FF1-5182-F7E5-AFA59314CA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3DB4EE-14BF-054E-8B03-A5115DD4AF78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7EB38-D466-CE96-CF6E-6A0C4B778A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6D18A-7C07-A8A2-B820-701AC3B11A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4DFD2C-A44E-E44F-B3FD-D9C893D29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80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FEBE61-B927-6ADC-A80F-CC2FF8208627}"/>
              </a:ext>
            </a:extLst>
          </p:cNvPr>
          <p:cNvSpPr/>
          <p:nvPr/>
        </p:nvSpPr>
        <p:spPr>
          <a:xfrm>
            <a:off x="3870511" y="4907286"/>
            <a:ext cx="4450977" cy="2823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016E09-BF8C-6F46-18C5-3F7C6DE49237}"/>
              </a:ext>
            </a:extLst>
          </p:cNvPr>
          <p:cNvSpPr/>
          <p:nvPr/>
        </p:nvSpPr>
        <p:spPr>
          <a:xfrm>
            <a:off x="5731484" y="4907286"/>
            <a:ext cx="729030" cy="282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B813E4-5EF4-7B78-336C-87426E493B7A}"/>
              </a:ext>
            </a:extLst>
          </p:cNvPr>
          <p:cNvSpPr/>
          <p:nvPr/>
        </p:nvSpPr>
        <p:spPr>
          <a:xfrm>
            <a:off x="5822612" y="925418"/>
            <a:ext cx="546773" cy="442878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0810A44-F4EC-E816-DBBB-6D500BB25CBE}"/>
              </a:ext>
            </a:extLst>
          </p:cNvPr>
          <p:cNvCxnSpPr>
            <a:cxnSpLocks/>
          </p:cNvCxnSpPr>
          <p:nvPr/>
        </p:nvCxnSpPr>
        <p:spPr>
          <a:xfrm>
            <a:off x="5822612" y="925417"/>
            <a:ext cx="7488" cy="44287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E32293-C7D6-944F-0DEF-1962B814DB45}"/>
              </a:ext>
            </a:extLst>
          </p:cNvPr>
          <p:cNvCxnSpPr>
            <a:cxnSpLocks/>
          </p:cNvCxnSpPr>
          <p:nvPr/>
        </p:nvCxnSpPr>
        <p:spPr>
          <a:xfrm>
            <a:off x="6362238" y="925416"/>
            <a:ext cx="3935" cy="44287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DF8551F-E011-3B31-112A-28D78383426C}"/>
              </a:ext>
            </a:extLst>
          </p:cNvPr>
          <p:cNvCxnSpPr>
            <a:cxnSpLocks/>
          </p:cNvCxnSpPr>
          <p:nvPr/>
        </p:nvCxnSpPr>
        <p:spPr>
          <a:xfrm>
            <a:off x="5822612" y="936432"/>
            <a:ext cx="546773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6587246-E82C-27F1-6F20-FB1FE26ADA54}"/>
              </a:ext>
            </a:extLst>
          </p:cNvPr>
          <p:cNvCxnSpPr>
            <a:cxnSpLocks/>
          </p:cNvCxnSpPr>
          <p:nvPr/>
        </p:nvCxnSpPr>
        <p:spPr>
          <a:xfrm>
            <a:off x="5835462" y="1419338"/>
            <a:ext cx="546773" cy="0"/>
          </a:xfrm>
          <a:prstGeom prst="line">
            <a:avLst/>
          </a:prstGeom>
          <a:ln w="76200">
            <a:solidFill>
              <a:schemeClr val="accent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5D3C2C7-3EC5-1FCB-EFE5-90D13B1CE904}"/>
              </a:ext>
            </a:extLst>
          </p:cNvPr>
          <p:cNvGrpSpPr/>
          <p:nvPr/>
        </p:nvGrpSpPr>
        <p:grpSpPr>
          <a:xfrm>
            <a:off x="5830100" y="2214620"/>
            <a:ext cx="539285" cy="383754"/>
            <a:chOff x="8321488" y="1929709"/>
            <a:chExt cx="539285" cy="394850"/>
          </a:xfrm>
          <a:solidFill>
            <a:schemeClr val="accent6"/>
          </a:solidFill>
        </p:grpSpPr>
        <p:sp>
          <p:nvSpPr>
            <p:cNvPr id="21" name="Curved Up Arrow 20">
              <a:extLst>
                <a:ext uri="{FF2B5EF4-FFF2-40B4-BE49-F238E27FC236}">
                  <a16:creationId xmlns:a16="http://schemas.microsoft.com/office/drawing/2014/main" id="{055C9096-EC58-94A4-78B8-C330FC496F99}"/>
                </a:ext>
              </a:extLst>
            </p:cNvPr>
            <p:cNvSpPr/>
            <p:nvPr/>
          </p:nvSpPr>
          <p:spPr>
            <a:xfrm>
              <a:off x="8321488" y="2170323"/>
              <a:ext cx="536073" cy="154236"/>
            </a:xfrm>
            <a:prstGeom prst="curvedUpArrow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" name="Curved Up Arrow 21">
              <a:extLst>
                <a:ext uri="{FF2B5EF4-FFF2-40B4-BE49-F238E27FC236}">
                  <a16:creationId xmlns:a16="http://schemas.microsoft.com/office/drawing/2014/main" id="{B00E4270-F36A-4844-A3B6-415165EC18AC}"/>
                </a:ext>
              </a:extLst>
            </p:cNvPr>
            <p:cNvSpPr/>
            <p:nvPr/>
          </p:nvSpPr>
          <p:spPr>
            <a:xfrm rot="10955567">
              <a:off x="8324700" y="1929709"/>
              <a:ext cx="536073" cy="154236"/>
            </a:xfrm>
            <a:prstGeom prst="curvedUpArrow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5" name="Right Arrow 24">
            <a:extLst>
              <a:ext uri="{FF2B5EF4-FFF2-40B4-BE49-F238E27FC236}">
                <a16:creationId xmlns:a16="http://schemas.microsoft.com/office/drawing/2014/main" id="{EAF162F1-8B37-8B28-CC20-E31AFF10AF9C}"/>
              </a:ext>
            </a:extLst>
          </p:cNvPr>
          <p:cNvSpPr/>
          <p:nvPr/>
        </p:nvSpPr>
        <p:spPr>
          <a:xfrm>
            <a:off x="5129146" y="1225624"/>
            <a:ext cx="602337" cy="38742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A0ECCFCE-76C1-C057-C400-181B6F7D8975}"/>
              </a:ext>
            </a:extLst>
          </p:cNvPr>
          <p:cNvSpPr/>
          <p:nvPr/>
        </p:nvSpPr>
        <p:spPr>
          <a:xfrm flipH="1">
            <a:off x="6470267" y="1225624"/>
            <a:ext cx="602337" cy="38742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Graphic 28" descr="Lock with solid fill">
            <a:extLst>
              <a:ext uri="{FF2B5EF4-FFF2-40B4-BE49-F238E27FC236}">
                <a16:creationId xmlns:a16="http://schemas.microsoft.com/office/drawing/2014/main" id="{1C4C698A-7534-3266-FDF0-45F4D648C3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72604" y="1075450"/>
            <a:ext cx="687776" cy="687776"/>
          </a:xfrm>
          <a:prstGeom prst="rect">
            <a:avLst/>
          </a:prstGeom>
        </p:spPr>
      </p:pic>
      <p:sp>
        <p:nvSpPr>
          <p:cNvPr id="30" name="Up-Down Arrow 29">
            <a:extLst>
              <a:ext uri="{FF2B5EF4-FFF2-40B4-BE49-F238E27FC236}">
                <a16:creationId xmlns:a16="http://schemas.microsoft.com/office/drawing/2014/main" id="{A38390F1-6548-75D3-471C-4FF4355B4DF4}"/>
              </a:ext>
            </a:extLst>
          </p:cNvPr>
          <p:cNvSpPr/>
          <p:nvPr/>
        </p:nvSpPr>
        <p:spPr>
          <a:xfrm>
            <a:off x="5894122" y="2719891"/>
            <a:ext cx="396607" cy="1167788"/>
          </a:xfrm>
          <a:prstGeom prst="upDown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FFA6A7B-13BC-7C96-FDF9-138380A967B3}"/>
              </a:ext>
            </a:extLst>
          </p:cNvPr>
          <p:cNvSpPr/>
          <p:nvPr/>
        </p:nvSpPr>
        <p:spPr>
          <a:xfrm>
            <a:off x="4825585" y="5313262"/>
            <a:ext cx="2533679" cy="28238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258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n 3">
            <a:extLst>
              <a:ext uri="{FF2B5EF4-FFF2-40B4-BE49-F238E27FC236}">
                <a16:creationId xmlns:a16="http://schemas.microsoft.com/office/drawing/2014/main" id="{4DC62C93-4C62-0DED-C881-0988067E00A6}"/>
              </a:ext>
            </a:extLst>
          </p:cNvPr>
          <p:cNvSpPr/>
          <p:nvPr/>
        </p:nvSpPr>
        <p:spPr>
          <a:xfrm>
            <a:off x="2400726" y="4406026"/>
            <a:ext cx="1850834" cy="2016087"/>
          </a:xfrm>
          <a:prstGeom prst="can">
            <a:avLst>
              <a:gd name="adj" fmla="val 357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n 4">
            <a:extLst>
              <a:ext uri="{FF2B5EF4-FFF2-40B4-BE49-F238E27FC236}">
                <a16:creationId xmlns:a16="http://schemas.microsoft.com/office/drawing/2014/main" id="{CA9C836B-4BC6-25C8-CC6A-D651F3F06E6D}"/>
              </a:ext>
            </a:extLst>
          </p:cNvPr>
          <p:cNvSpPr/>
          <p:nvPr/>
        </p:nvSpPr>
        <p:spPr>
          <a:xfrm>
            <a:off x="2400726" y="3268076"/>
            <a:ext cx="1850834" cy="883185"/>
          </a:xfrm>
          <a:prstGeom prst="can">
            <a:avLst>
              <a:gd name="adj" fmla="val 6341"/>
            </a:avLst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n 5">
            <a:extLst>
              <a:ext uri="{FF2B5EF4-FFF2-40B4-BE49-F238E27FC236}">
                <a16:creationId xmlns:a16="http://schemas.microsoft.com/office/drawing/2014/main" id="{92FDBEBB-54D8-93D0-25DD-5C7F2C111384}"/>
              </a:ext>
            </a:extLst>
          </p:cNvPr>
          <p:cNvSpPr/>
          <p:nvPr/>
        </p:nvSpPr>
        <p:spPr>
          <a:xfrm>
            <a:off x="2400726" y="1382815"/>
            <a:ext cx="1850834" cy="1630496"/>
          </a:xfrm>
          <a:prstGeom prst="can">
            <a:avLst>
              <a:gd name="adj" fmla="val 4110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D48379-76CD-7BA4-484E-1E674385C966}"/>
              </a:ext>
            </a:extLst>
          </p:cNvPr>
          <p:cNvSpPr/>
          <p:nvPr/>
        </p:nvSpPr>
        <p:spPr>
          <a:xfrm>
            <a:off x="3076429" y="3343400"/>
            <a:ext cx="172594" cy="957048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67C497-28BD-4366-296B-957B75CE68FE}"/>
              </a:ext>
            </a:extLst>
          </p:cNvPr>
          <p:cNvSpPr/>
          <p:nvPr/>
        </p:nvSpPr>
        <p:spPr>
          <a:xfrm>
            <a:off x="2903834" y="1452914"/>
            <a:ext cx="172595" cy="164794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960F71-ADFB-181A-7250-A9DFDFF9E5C2}"/>
              </a:ext>
            </a:extLst>
          </p:cNvPr>
          <p:cNvSpPr/>
          <p:nvPr/>
        </p:nvSpPr>
        <p:spPr>
          <a:xfrm>
            <a:off x="2861597" y="902664"/>
            <a:ext cx="947450" cy="37457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Switch</a:t>
            </a:r>
          </a:p>
        </p:txBody>
      </p:sp>
      <p:sp>
        <p:nvSpPr>
          <p:cNvPr id="21" name="Can 20">
            <a:extLst>
              <a:ext uri="{FF2B5EF4-FFF2-40B4-BE49-F238E27FC236}">
                <a16:creationId xmlns:a16="http://schemas.microsoft.com/office/drawing/2014/main" id="{340E24D4-3044-5D18-CC33-B557C2F3251C}"/>
              </a:ext>
            </a:extLst>
          </p:cNvPr>
          <p:cNvSpPr/>
          <p:nvPr/>
        </p:nvSpPr>
        <p:spPr>
          <a:xfrm>
            <a:off x="4657344" y="4406026"/>
            <a:ext cx="1850834" cy="2016087"/>
          </a:xfrm>
          <a:prstGeom prst="can">
            <a:avLst>
              <a:gd name="adj" fmla="val 357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an 21">
            <a:extLst>
              <a:ext uri="{FF2B5EF4-FFF2-40B4-BE49-F238E27FC236}">
                <a16:creationId xmlns:a16="http://schemas.microsoft.com/office/drawing/2014/main" id="{48307D11-CE65-D496-9723-3C355D3386C4}"/>
              </a:ext>
            </a:extLst>
          </p:cNvPr>
          <p:cNvSpPr/>
          <p:nvPr/>
        </p:nvSpPr>
        <p:spPr>
          <a:xfrm>
            <a:off x="4657344" y="3268076"/>
            <a:ext cx="1850834" cy="883185"/>
          </a:xfrm>
          <a:prstGeom prst="can">
            <a:avLst>
              <a:gd name="adj" fmla="val 6341"/>
            </a:avLst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an 22">
            <a:extLst>
              <a:ext uri="{FF2B5EF4-FFF2-40B4-BE49-F238E27FC236}">
                <a16:creationId xmlns:a16="http://schemas.microsoft.com/office/drawing/2014/main" id="{5E97F62B-F746-B0C5-BA9F-5B4DC21480C2}"/>
              </a:ext>
            </a:extLst>
          </p:cNvPr>
          <p:cNvSpPr/>
          <p:nvPr/>
        </p:nvSpPr>
        <p:spPr>
          <a:xfrm>
            <a:off x="4657344" y="1382815"/>
            <a:ext cx="1850834" cy="1630496"/>
          </a:xfrm>
          <a:prstGeom prst="can">
            <a:avLst>
              <a:gd name="adj" fmla="val 4110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36B6B9D-6375-8C07-2095-A509038DB6F6}"/>
              </a:ext>
            </a:extLst>
          </p:cNvPr>
          <p:cNvSpPr/>
          <p:nvPr/>
        </p:nvSpPr>
        <p:spPr>
          <a:xfrm>
            <a:off x="5505642" y="3343400"/>
            <a:ext cx="172594" cy="957048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B936EC4-D67B-0E17-BE17-B7A6AB069A4C}"/>
              </a:ext>
            </a:extLst>
          </p:cNvPr>
          <p:cNvSpPr/>
          <p:nvPr/>
        </p:nvSpPr>
        <p:spPr>
          <a:xfrm>
            <a:off x="5505641" y="1470949"/>
            <a:ext cx="172595" cy="164794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F7C00AA-EE25-EF57-DCDE-1695966F13B3}"/>
              </a:ext>
            </a:extLst>
          </p:cNvPr>
          <p:cNvCxnSpPr/>
          <p:nvPr/>
        </p:nvCxnSpPr>
        <p:spPr>
          <a:xfrm>
            <a:off x="5591938" y="1452914"/>
            <a:ext cx="0" cy="5144877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an 28">
            <a:extLst>
              <a:ext uri="{FF2B5EF4-FFF2-40B4-BE49-F238E27FC236}">
                <a16:creationId xmlns:a16="http://schemas.microsoft.com/office/drawing/2014/main" id="{530BA6DD-17E7-8CFA-1B77-29D10265F77B}"/>
              </a:ext>
            </a:extLst>
          </p:cNvPr>
          <p:cNvSpPr/>
          <p:nvPr/>
        </p:nvSpPr>
        <p:spPr>
          <a:xfrm>
            <a:off x="6913962" y="3804444"/>
            <a:ext cx="1850834" cy="2016087"/>
          </a:xfrm>
          <a:prstGeom prst="can">
            <a:avLst>
              <a:gd name="adj" fmla="val 357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81EDBF6-CEA8-91B5-5AB1-18FD4BFA0015}"/>
              </a:ext>
            </a:extLst>
          </p:cNvPr>
          <p:cNvSpPr/>
          <p:nvPr/>
        </p:nvSpPr>
        <p:spPr>
          <a:xfrm>
            <a:off x="5118215" y="902664"/>
            <a:ext cx="947450" cy="37457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Switch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12D032E-43E4-A60E-9E49-F15FE74885A7}"/>
              </a:ext>
            </a:extLst>
          </p:cNvPr>
          <p:cNvCxnSpPr/>
          <p:nvPr/>
        </p:nvCxnSpPr>
        <p:spPr>
          <a:xfrm>
            <a:off x="3335320" y="1452914"/>
            <a:ext cx="0" cy="5144877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an 29">
            <a:extLst>
              <a:ext uri="{FF2B5EF4-FFF2-40B4-BE49-F238E27FC236}">
                <a16:creationId xmlns:a16="http://schemas.microsoft.com/office/drawing/2014/main" id="{AC289B85-C341-2D81-0D05-CCDA555996DD}"/>
              </a:ext>
            </a:extLst>
          </p:cNvPr>
          <p:cNvSpPr/>
          <p:nvPr/>
        </p:nvSpPr>
        <p:spPr>
          <a:xfrm>
            <a:off x="6913962" y="2967286"/>
            <a:ext cx="1850834" cy="883185"/>
          </a:xfrm>
          <a:prstGeom prst="can">
            <a:avLst>
              <a:gd name="adj" fmla="val 6341"/>
            </a:avLst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an 30">
            <a:extLst>
              <a:ext uri="{FF2B5EF4-FFF2-40B4-BE49-F238E27FC236}">
                <a16:creationId xmlns:a16="http://schemas.microsoft.com/office/drawing/2014/main" id="{60559A9A-9512-10BD-4507-B449D23EA622}"/>
              </a:ext>
            </a:extLst>
          </p:cNvPr>
          <p:cNvSpPr/>
          <p:nvPr/>
        </p:nvSpPr>
        <p:spPr>
          <a:xfrm>
            <a:off x="6913962" y="1382815"/>
            <a:ext cx="1850834" cy="1630496"/>
          </a:xfrm>
          <a:prstGeom prst="can">
            <a:avLst>
              <a:gd name="adj" fmla="val 4110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A9C5639-DBA4-EDB0-FFBE-1377E9410517}"/>
              </a:ext>
            </a:extLst>
          </p:cNvPr>
          <p:cNvSpPr/>
          <p:nvPr/>
        </p:nvSpPr>
        <p:spPr>
          <a:xfrm>
            <a:off x="7762260" y="2946354"/>
            <a:ext cx="172594" cy="957048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5175A3D-89F3-2F08-C927-CE6569D4A194}"/>
              </a:ext>
            </a:extLst>
          </p:cNvPr>
          <p:cNvSpPr/>
          <p:nvPr/>
        </p:nvSpPr>
        <p:spPr>
          <a:xfrm>
            <a:off x="7762259" y="1290470"/>
            <a:ext cx="172595" cy="164794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2E7C582-CA9B-485A-9E1B-04868416B6CC}"/>
              </a:ext>
            </a:extLst>
          </p:cNvPr>
          <p:cNvSpPr/>
          <p:nvPr/>
        </p:nvSpPr>
        <p:spPr>
          <a:xfrm>
            <a:off x="7374833" y="902664"/>
            <a:ext cx="947450" cy="37457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Switch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7DDB3DE-0A65-8ADD-BA54-1C7CD47C40D6}"/>
              </a:ext>
            </a:extLst>
          </p:cNvPr>
          <p:cNvCxnSpPr/>
          <p:nvPr/>
        </p:nvCxnSpPr>
        <p:spPr>
          <a:xfrm>
            <a:off x="7848556" y="1452914"/>
            <a:ext cx="0" cy="5144877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9662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</TotalTime>
  <Words>3</Words>
  <Application>Microsoft Macintosh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Jape, Akash P</dc:creator>
  <cp:lastModifiedBy>Jape, Akash P</cp:lastModifiedBy>
  <cp:revision>1</cp:revision>
  <dcterms:created xsi:type="dcterms:W3CDTF">2026-08-27T15:00:08Z</dcterms:created>
  <dcterms:modified xsi:type="dcterms:W3CDTF">2026-08-27T23:12:05Z</dcterms:modified>
</cp:coreProperties>
</file>